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3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D71F-8104-669B-0FD0-B58E7A0BF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71ACD-8E19-2CF2-3FFF-435CE82F3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6ABF3-824C-85E2-5A0D-C52F4148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FE8A7-989A-7799-A5DB-CC133A5C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084FC-347E-3DDB-5BDE-EC909194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95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908A-02E8-76AC-6941-F8037AE9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966F-9EF9-E485-D180-727766D4B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CA4DF-5BF9-C701-A11A-1C19DC72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5D3A-7ACF-A796-7381-DFBA55E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1F2B-02D5-BFAE-8230-E27EF98A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9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BD10-637A-AFCB-B290-F9607CBA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6B00E-ECC9-6E3C-EA9C-77DBA4A0A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A7A0-DEF2-86A5-768F-644DE8A9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003B3-94F8-A786-1C4D-F71F07B6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A09D-656C-3032-8C42-8CD48273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9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8163-D74A-02A0-DE6B-609358E7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D017D-2C9C-6667-8087-89BE4987A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8E794-AC28-419F-5248-4FA5FF97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897B4-6A4A-3E8E-B19E-8ACC7359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9380F-D313-1711-4ED6-A9345E92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039DC-7692-1986-4A49-9FD243F1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0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3CAF-BA1D-7310-65AD-A441A430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7A8A5-DC2C-B167-1003-0697E4811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7D2A4-A5F1-B31D-6E81-8CEB95871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26CF2-7BE7-F6C3-BE90-9B6C2CBDD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ED28B-AEDA-4681-E83D-ED15824BB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B112B-F223-A386-0C73-571121D9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C0A96-045B-F531-5647-56FB64A7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8AF20-E43D-1246-8DE2-4350DC08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2974-263A-B71A-C32A-77AF3798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69A07-35BA-4A9E-9424-22C9D925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4DDBE-BBA2-3B11-F9B4-6CE828CA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EA008-E100-364A-1CD2-56F44AA9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0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51F5D-BF2C-0ACE-C200-9A5AC84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B0F52-A66A-1B05-1843-986DB061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6DFC0-28E7-5330-531D-0917BE6D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8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3E4F-8BC8-D2BE-B1B9-FCE1227C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4499-796C-466D-84A5-D227A219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C39C4-A835-383E-AB39-E1E1E5649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1D88F-7858-3256-684C-C7C4DC79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68934-B5BA-4BE8-F822-767DC543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41B41-06A2-6274-BFBB-47EAE168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1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5668-803E-9972-0813-5E464755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CA4CA-07DC-73D0-6A04-CA1C9B0F1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8B64E-3078-97FB-36DF-E092D178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E8B1C-2116-CA16-E9A5-46DDA534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0F45F-6A41-B1A8-DCFD-15C6AC3B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B3633-B1B3-AD2F-42CB-C998CEC5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0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6648-A7E9-755D-4F43-19F5A3CD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08BE0-DC52-B3BA-0E5E-389315754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E4BA8-5B16-AFBA-4CD2-047F5E9D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5798A-D050-7A9F-3454-BC1D3489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CB581-D66D-96F1-4DB7-E4AB9538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40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DACEB-AA98-91F6-443F-C6AD0451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EE952-A669-92D3-4166-36414EBC9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D459A-AF9C-D77A-01FB-D1153BA3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0419-3E2E-2797-52ED-4A1BC329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68CB7-4656-8814-72AC-7DDEE50F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7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B7FF4-BA13-B534-7B2A-A25398A71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FEE59-B943-C859-1DF9-472B5ABAE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FCC9-43C4-4551-9BE3-FD14ADD67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089F6-8505-4571-BC0F-4C3BBA5DCD3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21DD-F9A7-94A0-6400-6C6D97A7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B5EA-AB13-6021-122C-43ABD2AB6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9D86-5FB0-49BA-8CD0-58194B67A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7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1C0D08-BFCF-07DB-C451-0A862F23BC6D}"/>
              </a:ext>
            </a:extLst>
          </p:cNvPr>
          <p:cNvSpPr txBox="1"/>
          <p:nvPr/>
        </p:nvSpPr>
        <p:spPr>
          <a:xfrm>
            <a:off x="355600" y="228600"/>
            <a:ext cx="8229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C63FF"/>
                </a:solidFill>
              </a:rPr>
              <a:t>PaperReady  |  Designed by Bhargav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C2107A-248B-8A3B-5DEC-0E71F8D8525C}"/>
              </a:ext>
            </a:extLst>
          </p:cNvPr>
          <p:cNvSpPr/>
          <p:nvPr/>
        </p:nvSpPr>
        <p:spPr>
          <a:xfrm>
            <a:off x="3200400" y="4572000"/>
            <a:ext cx="5753100" cy="508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E1C16-2F0A-743D-387C-ACFB0BAAEE66}"/>
              </a:ext>
            </a:extLst>
          </p:cNvPr>
          <p:cNvSpPr txBox="1"/>
          <p:nvPr/>
        </p:nvSpPr>
        <p:spPr>
          <a:xfrm>
            <a:off x="914400" y="1638300"/>
            <a:ext cx="103251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29B6FF"/>
                </a:solidFill>
              </a:rPr>
              <a:t>Can You Indian Premier League</a:t>
            </a:r>
            <a:endParaRPr lang="en-IN" sz="4000" b="1">
              <a:solidFill>
                <a:srgbClr val="29B6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3D6FA-1936-BD52-1563-AA91DC97E108}"/>
              </a:ext>
            </a:extLst>
          </p:cNvPr>
          <p:cNvSpPr txBox="1"/>
          <p:nvPr/>
        </p:nvSpPr>
        <p:spPr>
          <a:xfrm>
            <a:off x="914400" y="4013200"/>
            <a:ext cx="10325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A09EC5"/>
                </a:solidFill>
              </a:rPr>
              <a:t>Can You Indian Premier League  |  May 07, 2026</a:t>
            </a:r>
            <a:endParaRPr lang="en-IN" sz="1600">
              <a:solidFill>
                <a:srgbClr val="A09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89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D558F1-F962-746E-8979-89C6C38D4BDC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81E35-AAF8-24B2-3554-31D61055F6C2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EF28E-6FDB-A027-BD60-E1F873E2B96D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0E5CC"/>
                </a:solidFill>
              </a:rPr>
              <a:t>Introduction to the Indian Premier League</a:t>
            </a:r>
            <a:endParaRPr lang="en-IN" sz="2600" b="1">
              <a:solidFill>
                <a:srgbClr val="00E5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3AD92-9960-9CB4-C077-56FDF3335F8E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1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6C8D6-95E0-4595-5B85-53BC7DA9D7BA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57315-5240-4550-4F03-E692D2FF2D09}"/>
              </a:ext>
            </a:extLst>
          </p:cNvPr>
          <p:cNvSpPr txBox="1"/>
          <p:nvPr/>
        </p:nvSpPr>
        <p:spPr>
          <a:xfrm>
            <a:off x="457200" y="1092200"/>
            <a:ext cx="7124700" cy="1477328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▸  Established in 2008, IPL revolutionized Twenty20 cricket</a:t>
            </a:r>
          </a:p>
          <a:p>
            <a:r>
              <a:rPr lang="en-US" sz="1500">
                <a:solidFill>
                  <a:srgbClr val="000000"/>
                </a:solidFill>
              </a:rPr>
              <a:t>▸  Comprises 8 teams representing 6 Indian cities and 2 international teams</a:t>
            </a:r>
          </a:p>
          <a:p>
            <a:r>
              <a:rPr lang="en-US" sz="1500">
                <a:solidFill>
                  <a:srgbClr val="000000"/>
                </a:solidFill>
              </a:rPr>
              <a:t>▸  Annual tournament held during March/April, lasting 4 months</a:t>
            </a:r>
          </a:p>
          <a:p>
            <a:r>
              <a:rPr lang="en-US" sz="1500">
                <a:solidFill>
                  <a:srgbClr val="000000"/>
                </a:solidFill>
              </a:rPr>
              <a:t>▸  IPL's format: 20 overs per side, 4 innings, and a playoff system</a:t>
            </a:r>
          </a:p>
          <a:p>
            <a:r>
              <a:rPr lang="en-US" sz="1500">
                <a:solidFill>
                  <a:srgbClr val="000000"/>
                </a:solidFill>
              </a:rPr>
              <a:t>▸  IPL's impact: Boosted cricket's popularity in India and globally</a:t>
            </a:r>
          </a:p>
          <a:p>
            <a:r>
              <a:rPr lang="en-US" sz="1500">
                <a:solidFill>
                  <a:srgbClr val="000000"/>
                </a:solidFill>
              </a:rPr>
              <a:t>▸  Key statistics: Over 3 billion IPL viewers worldwide</a:t>
            </a:r>
            <a:endParaRPr lang="en-IN" sz="15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7743B-2836-DAEC-B790-AAAE208EB4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2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9C2187-8FA3-9AE5-5A7A-876E6243C42A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070A1-F94D-F4EF-7581-A050C02333F2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77EA7-460B-E9C8-61F7-D0F2878258A3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0E5CC"/>
                </a:solidFill>
              </a:rPr>
              <a:t>IPL's Structure and Competition Format</a:t>
            </a:r>
            <a:endParaRPr lang="en-IN" sz="2600" b="1">
              <a:solidFill>
                <a:srgbClr val="00E5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36847-BDCC-5269-158D-86A5165881A9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2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793C3-28E2-BD3B-3300-5E96AC1716F2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1CA90-CF0D-01B3-AC04-D4B992EE6D79}"/>
              </a:ext>
            </a:extLst>
          </p:cNvPr>
          <p:cNvSpPr txBox="1"/>
          <p:nvPr/>
        </p:nvSpPr>
        <p:spPr>
          <a:xfrm>
            <a:off x="457200" y="1092200"/>
            <a:ext cx="7124700" cy="1246495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IN" sz="1500">
                <a:solidFill>
                  <a:srgbClr val="000000"/>
                </a:solidFill>
              </a:rPr>
              <a:t>▸  Round-robin stage: 6 teams play each other twice, 10 matches per team</a:t>
            </a:r>
          </a:p>
          <a:p>
            <a:r>
              <a:rPr lang="en-IN" sz="1500">
                <a:solidFill>
                  <a:srgbClr val="000000"/>
                </a:solidFill>
              </a:rPr>
              <a:t>▸  Top 4 teams advance to the playoffs</a:t>
            </a:r>
          </a:p>
          <a:p>
            <a:r>
              <a:rPr lang="en-IN" sz="1500">
                <a:solidFill>
                  <a:srgbClr val="000000"/>
                </a:solidFill>
              </a:rPr>
              <a:t>▸  Playoff structure: Semi-finals, Final, and Third/Fifth place playoffs</a:t>
            </a:r>
          </a:p>
          <a:p>
            <a:r>
              <a:rPr lang="en-IN" sz="1500">
                <a:solidFill>
                  <a:srgbClr val="000000"/>
                </a:solidFill>
              </a:rPr>
              <a:t>▸  Prize money: IPL champions receive $21 million, runner-up $14 million, etc.</a:t>
            </a:r>
          </a:p>
          <a:p>
            <a:r>
              <a:rPr lang="en-IN" sz="1500">
                <a:solidFill>
                  <a:srgbClr val="000000"/>
                </a:solidFill>
              </a:rPr>
              <a:t>▸  IPL's unique features: Auction system, franchise model, and IPL Super Sunday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D71DF0-D1DD-B626-1E03-CC97F58726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8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FE128-2335-0BD0-C560-1AFCF07ABBDE}"/>
              </a:ext>
            </a:extLst>
          </p:cNvPr>
          <p:cNvSpPr/>
          <p:nvPr/>
        </p:nvSpPr>
        <p:spPr>
          <a:xfrm>
            <a:off x="0" y="0"/>
            <a:ext cx="12179300" cy="1003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628FA-E7D2-2DED-121E-E2A230C084D9}"/>
              </a:ext>
            </a:extLst>
          </p:cNvPr>
          <p:cNvSpPr/>
          <p:nvPr/>
        </p:nvSpPr>
        <p:spPr>
          <a:xfrm>
            <a:off x="0" y="0"/>
            <a:ext cx="12179300" cy="76200"/>
          </a:xfrm>
          <a:prstGeom prst="rect">
            <a:avLst/>
          </a:prstGeom>
          <a:solidFill>
            <a:srgbClr val="6C6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214E9-0C17-E3E7-E7C7-5B5A67A4B902}"/>
              </a:ext>
            </a:extLst>
          </p:cNvPr>
          <p:cNvSpPr txBox="1"/>
          <p:nvPr/>
        </p:nvSpPr>
        <p:spPr>
          <a:xfrm>
            <a:off x="457200" y="38100"/>
            <a:ext cx="105156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0E5CC"/>
                </a:solidFill>
              </a:rPr>
              <a:t>IPL's Impact on Indian Cricket and Beyond</a:t>
            </a:r>
            <a:endParaRPr lang="en-IN" sz="2600" b="1">
              <a:solidFill>
                <a:srgbClr val="00E5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A197B-8F87-B862-C1BE-76765983F930}"/>
              </a:ext>
            </a:extLst>
          </p:cNvPr>
          <p:cNvSpPr txBox="1"/>
          <p:nvPr/>
        </p:nvSpPr>
        <p:spPr>
          <a:xfrm>
            <a:off x="10972800" y="127000"/>
            <a:ext cx="10033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C63FF"/>
                </a:solidFill>
              </a:rPr>
              <a:t>3 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DB7F3-6B69-DD87-9C60-BBF757B4F905}"/>
              </a:ext>
            </a:extLst>
          </p:cNvPr>
          <p:cNvSpPr txBox="1"/>
          <p:nvPr/>
        </p:nvSpPr>
        <p:spPr>
          <a:xfrm>
            <a:off x="355600" y="64897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09EC5"/>
                </a:solidFill>
              </a:rPr>
              <a:t>PaperReady  |  Designed by Bhargav  |  Phi-3 Mini (Microsoft)</a:t>
            </a:r>
            <a:endParaRPr lang="en-IN" sz="900">
              <a:solidFill>
                <a:srgbClr val="A09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B10DE-D561-3918-8CC3-502296E0C9F2}"/>
              </a:ext>
            </a:extLst>
          </p:cNvPr>
          <p:cNvSpPr txBox="1"/>
          <p:nvPr/>
        </p:nvSpPr>
        <p:spPr>
          <a:xfrm>
            <a:off x="457200" y="1092200"/>
            <a:ext cx="7124700" cy="1477328"/>
          </a:xfrm>
          <a:prstGeom prst="rect">
            <a:avLst/>
          </a:prstGeom>
          <a:solidFill>
            <a:srgbClr val="FFFFFF"/>
          </a:solidFill>
        </p:spPr>
        <p:txBody>
          <a:bodyPr vert="horz" wrap="square" rtlCol="0">
            <a:spAutoFit/>
          </a:bodyPr>
          <a:lstStyle/>
          <a:p>
            <a:r>
              <a:rPr lang="en-IN" sz="1500">
                <a:solidFill>
                  <a:srgbClr val="000000"/>
                </a:solidFill>
              </a:rPr>
              <a:t>▸  IPL's contribution: Increased domestic cricket participation, improved infrastructure</a:t>
            </a:r>
          </a:p>
          <a:p>
            <a:r>
              <a:rPr lang="en-IN" sz="1500">
                <a:solidFill>
                  <a:srgbClr val="000000"/>
                </a:solidFill>
              </a:rPr>
              <a:t>▸  IPL's global influence: Boosted international cricket tours and collaborations</a:t>
            </a:r>
          </a:p>
          <a:p>
            <a:r>
              <a:rPr lang="en-IN" sz="1500">
                <a:solidFill>
                  <a:srgbClr val="000000"/>
                </a:solidFill>
              </a:rPr>
              <a:t>▸  Notable IPL achievements: Highest ever IPL match attendance, record-breaking IPL auction</a:t>
            </a:r>
          </a:p>
          <a:p>
            <a:r>
              <a:rPr lang="en-IN" sz="1500">
                <a:solidFill>
                  <a:srgbClr val="000000"/>
                </a:solidFill>
              </a:rPr>
              <a:t>▸  IPL's role in popularizing Indian cricket players: Virat Kohli, MS Dhoni, and others</a:t>
            </a:r>
          </a:p>
          <a:p>
            <a:r>
              <a:rPr lang="en-IN" sz="1500">
                <a:solidFill>
                  <a:srgbClr val="000000"/>
                </a:solidFill>
              </a:rPr>
              <a:t>▸  IPL's economic impact: Generated over $1 billion annually, creating jobs and revenue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B210C5-D1BF-B88B-C578-495862E8D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143000"/>
            <a:ext cx="3657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1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Custom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 MUPPARISETTY</dc:creator>
  <cp:lastModifiedBy>BHARGAV MUPPARISETTY</cp:lastModifiedBy>
  <cp:revision>1</cp:revision>
  <dcterms:created xsi:type="dcterms:W3CDTF">2026-05-07T18:10:43Z</dcterms:created>
  <dcterms:modified xsi:type="dcterms:W3CDTF">2026-05-07T18:10:43Z</dcterms:modified>
</cp:coreProperties>
</file>