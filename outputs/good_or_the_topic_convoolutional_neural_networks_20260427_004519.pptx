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3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6A54-F7E2-93A2-CEE7-34AD9AF23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F49DE-162D-9FAE-AFDF-F26ADBC26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102A2-F439-F5A1-B41E-A9752F1F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7243C-E8BE-AE12-4BAE-9C962370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1C904-57A3-9811-509A-60E16FFA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1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FF37-779F-7EED-B249-03FEE0FD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A1F4-0354-85F9-E3DA-87F446C64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D63D9-F839-C4A8-EE56-F9B0ABA4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7A673-455F-8670-6258-DE629CDA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38D3-1D5F-20AC-5C94-33679FD9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09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18F0-E948-873B-F5EB-8848A860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AB3C0-D543-FDBE-080B-789A70A22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9981E-95A4-285B-A23F-25F465CF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E66EC-1F47-A746-9A46-DD0D7FD1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77560-E607-41E3-CD69-4527D7E7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0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C8CB-2B78-73D3-8311-A99745CA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1EC0-8684-7672-2156-63DE3C196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9A352-5590-3B4B-D8DD-6BDA3B777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E1C26-C67F-70B7-55CD-86FDFD09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AE8E0-D11A-F840-AAFF-CCBAC6A7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65FC6-370C-2625-B4F1-D9EA2B06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BEDE-3008-D908-EA5E-7CC7D5B0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7DA5-897D-5AAE-5B37-B0DD80276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A6E45-B37E-F06C-5CF4-D1AA32F5E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E5456-FE7F-2C67-AA00-5AFF355E0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B1D8F-0B56-A654-E7B4-9A9925E61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B1E4-E468-BEEE-7AC2-0ADA3E91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A2B7E-08FD-85DB-C69D-2236032E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5BEEE8-5FFD-3BC6-EA01-ECB089A1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47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E9FE-DEDC-7001-4491-CAF945E5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F59F0-19EE-F9CB-2BD8-1638B6AC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671C3-D377-1296-C414-31C5BCE8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DFEE3-B36C-C86D-4520-F9F2DF28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90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372DF-5FDD-A647-DBA7-7056ACC1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67D32-2585-73FD-E922-FAA7A36D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98AA-6640-10AD-E126-C342EAC5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6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D422-A7E1-B469-AFC9-917CD28A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7DCDF-56DC-9A8F-7F1B-D6279D877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0F10F-D89A-7941-E17E-F918789E7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72B03-4732-A586-DBE1-8409889D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D954D-61A1-2FF2-3474-C683A342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C6D2C-7977-D29A-5704-E9C07A1E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27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A1A8-945E-DB8A-0F45-0450A19F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0BA0D-F3B1-3205-50CE-6210D4D10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AAB2F-2797-6FDC-61E0-9C28BB995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EC9E5-7936-EBEB-4558-9461E062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146AB-3B41-4F42-01EC-AF5A1ADD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FAE8-5A7E-1BC0-71E4-7C11A134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31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F1A3-1C77-86C9-2BC1-3E6EAA25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C456E-7FF0-B286-7BD5-E4476D129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5F16A-2137-67F5-1306-C41F4F8E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6B99-419D-6219-BD04-23B842CD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2A938-C995-023E-2E1F-2B1B1344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60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007B-3AF1-9FAA-D0E7-E5E04F696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D9A3A-33DE-879D-5CEC-1DE01B1F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5B7E-7E3D-E1B2-E4AF-EF1DCB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A58F1-5B62-04CE-B776-6D146F48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B3879-B4A9-5C80-464C-F1FC87A6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5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073E7-1D9E-9DAE-9B80-75837C1E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A1A34-7425-E737-50A3-AF5031EA1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F19C-D434-AB04-6007-FBDEBF1C0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07B08-EB4E-4C14-B6EC-3F48EFA3E9FE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D7C95-6AF1-EE31-1985-BD4DB9882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461E9-708A-E2E5-F635-BA98C4CC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CB1F9-C194-4A97-9904-2AC879BCB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0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DAC32-240B-61F1-461F-705733B56EBF}"/>
              </a:ext>
            </a:extLst>
          </p:cNvPr>
          <p:cNvSpPr txBox="1"/>
          <p:nvPr/>
        </p:nvSpPr>
        <p:spPr>
          <a:xfrm>
            <a:off x="355600" y="228600"/>
            <a:ext cx="8229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C63FF"/>
                </a:solidFill>
              </a:rPr>
              <a:t>PaperReady  |  Designed by Bhargav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1E859-DEBA-B74F-AEED-1B0FF9C5FD12}"/>
              </a:ext>
            </a:extLst>
          </p:cNvPr>
          <p:cNvSpPr/>
          <p:nvPr/>
        </p:nvSpPr>
        <p:spPr>
          <a:xfrm>
            <a:off x="3200400" y="4572000"/>
            <a:ext cx="5753100" cy="508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AF17A-102F-C876-BFDB-8E603678A658}"/>
              </a:ext>
            </a:extLst>
          </p:cNvPr>
          <p:cNvSpPr txBox="1"/>
          <p:nvPr/>
        </p:nvSpPr>
        <p:spPr>
          <a:xfrm>
            <a:off x="914400" y="1638300"/>
            <a:ext cx="103251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29B6FF"/>
                </a:solidFill>
              </a:rPr>
              <a:t>Good Or The Topic Convoolutional Neural Networks</a:t>
            </a:r>
            <a:endParaRPr lang="en-IN" sz="4000" b="1">
              <a:solidFill>
                <a:srgbClr val="29B6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40B76-79DC-74D2-F91B-6F8BC71FD734}"/>
              </a:ext>
            </a:extLst>
          </p:cNvPr>
          <p:cNvSpPr txBox="1"/>
          <p:nvPr/>
        </p:nvSpPr>
        <p:spPr>
          <a:xfrm>
            <a:off x="914400" y="4013200"/>
            <a:ext cx="10325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A09EC5"/>
                </a:solidFill>
              </a:rPr>
              <a:t>Good Or The Topic Convoolutional Neural Networks  |  April 27, 2026</a:t>
            </a:r>
            <a:endParaRPr lang="en-IN" sz="1600">
              <a:solidFill>
                <a:srgbClr val="A09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54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D731F1-3D2B-083D-EDFA-9A7655CB07B2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29A80E-7C65-7499-126C-6E3FF552BFC4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27825-D5B4-34C1-8C3B-2B4C5EDE1F1C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0E5CC"/>
                </a:solidFill>
              </a:rPr>
              <a:t>Introduction to Convolutional Neural Networks</a:t>
            </a:r>
            <a:endParaRPr lang="en-IN" sz="2600" b="1">
              <a:solidFill>
                <a:srgbClr val="00E5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23C00-AA42-0D6C-5F93-B8D228FCE26E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1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25697-8983-8C10-5E3C-0F73C06ECB01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4FF76-56EE-3EA4-74DF-2D13DC18444B}"/>
              </a:ext>
            </a:extLst>
          </p:cNvPr>
          <p:cNvSpPr txBox="1"/>
          <p:nvPr/>
        </p:nvSpPr>
        <p:spPr>
          <a:xfrm>
            <a:off x="457200" y="1092200"/>
            <a:ext cx="7124700" cy="3185487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▸  Definition: Convolutional Neural Networks (CNNs) are a class of deep neural networks, primarily used for image processing and computer vision tasks.</a:t>
            </a:r>
          </a:p>
          <a:p>
            <a:r>
              <a:rPr lang="en-US" sz="1500">
                <a:solidFill>
                  <a:srgbClr val="000000"/>
                </a:solidFill>
              </a:rPr>
              <a:t>▸  History: CNNs were inspired by the organization of the animal visual cortex and have evolved significantly since their inception in the 1980s.</a:t>
            </a:r>
          </a:p>
          <a:p>
            <a:r>
              <a:rPr lang="en-US" sz="1500">
                <a:solidFill>
                  <a:srgbClr val="000000"/>
                </a:solidFill>
              </a:rPr>
              <a:t>▸  Key Components:</a:t>
            </a:r>
          </a:p>
          <a:p>
            <a:r>
              <a:rPr lang="en-US" sz="1500">
                <a:solidFill>
                  <a:srgbClr val="000000"/>
                </a:solidFill>
              </a:rPr>
              <a:t>▸  Convolutional Layers: Apply filters to the input data to create feature maps.</a:t>
            </a:r>
          </a:p>
          <a:p>
            <a:r>
              <a:rPr lang="en-US" sz="1500">
                <a:solidFill>
                  <a:srgbClr val="000000"/>
                </a:solidFill>
              </a:rPr>
              <a:t>▸  Pooling Layers: Reduce the spatial dimensions of the feature maps.</a:t>
            </a:r>
          </a:p>
          <a:p>
            <a:r>
              <a:rPr lang="en-US" sz="1500">
                <a:solidFill>
                  <a:srgbClr val="000000"/>
                </a:solidFill>
              </a:rPr>
              <a:t>▸  Fully Connected Layers: Classify the image based on the learned features.</a:t>
            </a:r>
          </a:p>
          <a:p>
            <a:r>
              <a:rPr lang="en-US" sz="1500">
                <a:solidFill>
                  <a:srgbClr val="000000"/>
                </a:solidFill>
              </a:rPr>
              <a:t>▸  Advantages:</a:t>
            </a:r>
          </a:p>
          <a:p>
            <a:r>
              <a:rPr lang="en-US" sz="1500">
                <a:solidFill>
                  <a:srgbClr val="000000"/>
                </a:solidFill>
              </a:rPr>
              <a:t>▸  Efficiency: CNNs require fewer parameters than fully-connected networks, making them computationally efficient.</a:t>
            </a:r>
          </a:p>
          <a:p>
            <a:r>
              <a:rPr lang="en-US" sz="1500">
                <a:solidFill>
                  <a:srgbClr val="000000"/>
                </a:solidFill>
              </a:rPr>
              <a:t>▸  Feature Learning: Automatically learn hierarchical feature representations, reducing the need for manual feature engineering.</a:t>
            </a:r>
            <a:endParaRPr lang="en-IN" sz="15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658E8E-AD47-7C99-CDC7-0ED87EBC0A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38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8D83D3-6CDE-334C-E171-8FE3242AF22A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C28AAE-5F2E-4BE1-F19D-CDAA98A56E23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C94FE-457B-2131-89BE-B6C224091D4E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600" b="1">
                <a:solidFill>
                  <a:srgbClr val="00E5CC"/>
                </a:solidFill>
              </a:rPr>
              <a:t>CNN Architecture and Working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A0B93-1616-F7F5-F498-AC846DAC0F2A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2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238FB-CCA3-6205-873D-972C3F51B0F6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791D6-3F12-8978-1CED-EBF3FE77361B}"/>
              </a:ext>
            </a:extLst>
          </p:cNvPr>
          <p:cNvSpPr txBox="1"/>
          <p:nvPr/>
        </p:nvSpPr>
        <p:spPr>
          <a:xfrm>
            <a:off x="457200" y="1092200"/>
            <a:ext cx="7124700" cy="2492990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▸  Input Layer: The initial layer where the raw pixel data is fed into the network.</a:t>
            </a:r>
          </a:p>
          <a:p>
            <a:r>
              <a:rPr lang="en-US" sz="1500">
                <a:solidFill>
                  <a:srgbClr val="000000"/>
                </a:solidFill>
              </a:rPr>
              <a:t>▸  Convolutional Layer: Applies filters to the input data, creating feature maps.</a:t>
            </a:r>
          </a:p>
          <a:p>
            <a:r>
              <a:rPr lang="en-US" sz="1500">
                <a:solidFill>
                  <a:srgbClr val="000000"/>
                </a:solidFill>
              </a:rPr>
              <a:t>▸  Formula: Output = Activation(Convolution(Input) * Weights) + Bias</a:t>
            </a:r>
          </a:p>
          <a:p>
            <a:r>
              <a:rPr lang="en-US" sz="1500">
                <a:solidFill>
                  <a:srgbClr val="000000"/>
                </a:solidFill>
              </a:rPr>
              <a:t>▸  Pooling Layer: Reduces the spatial dimensions of the feature maps, typically using max pooling.</a:t>
            </a:r>
          </a:p>
          <a:p>
            <a:r>
              <a:rPr lang="en-US" sz="1500">
                <a:solidFill>
                  <a:srgbClr val="000000"/>
                </a:solidFill>
              </a:rPr>
              <a:t>▸  Fully Connected Layer: Uses the learned features to classify the image.</a:t>
            </a:r>
          </a:p>
          <a:p>
            <a:r>
              <a:rPr lang="en-US" sz="1500">
                <a:solidFill>
                  <a:srgbClr val="000000"/>
                </a:solidFill>
              </a:rPr>
              <a:t>▸  Backpropagation: The process of adjusting the network's weights based on the error between predicted and actual outputs.</a:t>
            </a:r>
          </a:p>
          <a:p>
            <a:r>
              <a:rPr lang="en-US" sz="1500">
                <a:solidFill>
                  <a:srgbClr val="000000"/>
                </a:solidFill>
              </a:rPr>
              <a:t>▸  Training: CNNs are trained using labeled datasets, optimizing the weights through gradient descent.</a:t>
            </a:r>
            <a:endParaRPr lang="en-IN" sz="15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7C8109-073A-66D4-EF09-EFBCC6EB2E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4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A6932A-F2C5-AD9A-2B6A-DB5DF912916E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5BD2CF-7DAC-DBDA-C71B-C9195E937E32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B7DF2-3020-DECC-EC64-F5F1503E1C8D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0E5CC"/>
                </a:solidFill>
              </a:rPr>
              <a:t>Uses of Convolutional Neural Networks</a:t>
            </a:r>
            <a:endParaRPr lang="en-IN" sz="2600" b="1">
              <a:solidFill>
                <a:srgbClr val="00E5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6AD71-5A58-FDED-CB00-83BC696CE05A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3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22CD3-B98F-0733-AC61-E59CF23BC40D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7ED8A-E6AE-9330-33F0-9175A5263202}"/>
              </a:ext>
            </a:extLst>
          </p:cNvPr>
          <p:cNvSpPr txBox="1"/>
          <p:nvPr/>
        </p:nvSpPr>
        <p:spPr>
          <a:xfrm>
            <a:off x="457200" y="1092200"/>
            <a:ext cx="7124700" cy="2631490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▸  Image Classification: CNNs are widely used for classifying images into predefined categories.</a:t>
            </a:r>
          </a:p>
          <a:p>
            <a:r>
              <a:rPr lang="en-US" sz="1500">
                <a:solidFill>
                  <a:srgbClr val="000000"/>
                </a:solidFill>
              </a:rPr>
              <a:t>▸  Object Detection: CNNs can detect and localize multiple objects within an image.</a:t>
            </a:r>
          </a:p>
          <a:p>
            <a:r>
              <a:rPr lang="en-US" sz="1500">
                <a:solidFill>
                  <a:srgbClr val="000000"/>
                </a:solidFill>
              </a:rPr>
              <a:t>▸  Image Segmentation: CNNs can segment images into different regions, useful for medical imaging and autonomous vehicles.</a:t>
            </a:r>
          </a:p>
          <a:p>
            <a:r>
              <a:rPr lang="en-US" sz="1500">
                <a:solidFill>
                  <a:srgbClr val="000000"/>
                </a:solidFill>
              </a:rPr>
              <a:t>▸  Natural Language Processing (NLP): CNNs can be applied to NLP tasks, such as sentiment analysis and text classification.</a:t>
            </a:r>
          </a:p>
          <a:p>
            <a:r>
              <a:rPr lang="en-US" sz="1500">
                <a:solidFill>
                  <a:srgbClr val="000000"/>
                </a:solidFill>
              </a:rPr>
              <a:t>▸  Medical Imaging: CNNs are used for analyzing medical images, aiding in disease diagnosis and prognosis.</a:t>
            </a:r>
          </a:p>
          <a:p>
            <a:r>
              <a:rPr lang="en-US" sz="1500">
                <a:solidFill>
                  <a:srgbClr val="000000"/>
                </a:solidFill>
              </a:rPr>
              <a:t>▸  Autonomous Vehicles: CNNs play a crucial role in enabling self-driving cars, helping them perceive and understand their surrrances.</a:t>
            </a:r>
            <a:endParaRPr lang="en-IN" sz="15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23F7BB-0046-BB1D-2DD7-304919F7DF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4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Custom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 MUPPARISETTY</dc:creator>
  <cp:lastModifiedBy>BHARGAV MUPPARISETTY</cp:lastModifiedBy>
  <cp:revision>1</cp:revision>
  <dcterms:created xsi:type="dcterms:W3CDTF">2026-04-26T19:15:59Z</dcterms:created>
  <dcterms:modified xsi:type="dcterms:W3CDTF">2026-04-26T19:15:59Z</dcterms:modified>
</cp:coreProperties>
</file>